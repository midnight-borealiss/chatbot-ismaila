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ISMaiLa v2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" y="17830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 des Connaissances Souverain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59436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l'assistant étudiant à la machine de croissance commerciale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3291840"/>
            <a:ext cx="2651760" cy="128016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automatiques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3291840"/>
            <a:ext cx="2651760" cy="128016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4612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qualifiés/mois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291840"/>
            <a:ext cx="2651760" cy="128016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4.5/5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7220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cible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Supérieur de Management — Direction de l'Innovation  |  Avril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: trois coûts cachés qui freinent l'ISM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698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perdu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chefs de services répondent aux mêmes questions répétitives. Chaque réponse manuelle coûte 5–10 minutes de leur expertise.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21992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221992"/>
            <a:ext cx="91440" cy="10789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perdus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6791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visiteur anonyme sur le site pose 3 questions sur le MBA et repart. Sans capture, ce lead est perdu à jamais.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483864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483864"/>
            <a:ext cx="91440" cy="107899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93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 silotée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394106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institutionnelle est dispersée. Un étudiant ne sait pas à qui s'adresser. La réponse dépend de qui décroche le téléphone.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ISMaiLa : une réponse en trois couches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002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423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certifié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uniquement avec des informations validées par vos équipes. Zéro hallucination.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64408" y="1005840"/>
            <a:ext cx="274320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64408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60020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64408" y="2423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leads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01568" y="2880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l'intérêt des prospects, capture leurs coordonnées et les envoie directement dans Salesforce.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08776" y="1005840"/>
            <a:ext cx="274320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08776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60020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8776" y="2423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souveraine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45936" y="2880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n'est envoyée à des serveurs étrangers. L'intelligence artificielle tourne sur votre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— en 30 secondes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2024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344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posée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ou prospect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344168"/>
            <a:ext cx="2560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868680"/>
            <a:ext cx="192024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886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1344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NLP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42032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sémantique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62272" y="1344168"/>
            <a:ext cx="2560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8304" y="868680"/>
            <a:ext cx="1920240" cy="10972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886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18304" y="1344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ou ticket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8304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Certifiée ou transmise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38544" y="1344168"/>
            <a:ext cx="2560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94576" y="868680"/>
            <a:ext cx="1920240" cy="10972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886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94576" y="1344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94576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Salesforce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22402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règles qui gouvernent le système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81635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RG-01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281635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NLP &lt; 0.75 → alerte expert automatique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33756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41071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RG-02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80160" y="341071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 : aucun calcul vers API tierce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93192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00507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RG-03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400507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ciblée par domaine d'expertise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74320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81635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RG-05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281635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chaudes → capture lead déclenchée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33756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41071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RG-06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0" y="341071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locale + sync Salesforce (jamais de perte)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L'impact financier mesurable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784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mensuelles → leads qualifiés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96012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→ 40+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2821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 avec contexte ISMaiLa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709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~20–25%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7802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moyenne MBA (FCFA)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45973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1 500 000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278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mensuel attribuable (estimation)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320954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60–75M FCFA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0507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ISMaiLa transforme chaque visiteur anonyme en opportunité commerciale traçable et qualifiée.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— 5 phases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5544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1554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36576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0020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733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technique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868680"/>
            <a:ext cx="155448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886968"/>
            <a:ext cx="1554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1371600"/>
            <a:ext cx="36576" cy="2286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160020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6733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94760" y="868680"/>
            <a:ext cx="155448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886968"/>
            <a:ext cx="1554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1371600"/>
            <a:ext cx="36576" cy="228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160020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6733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restreint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868680"/>
            <a:ext cx="155448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886968"/>
            <a:ext cx="1554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1371600"/>
            <a:ext cx="36576" cy="2286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160020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6733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leads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7–10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9480" y="868680"/>
            <a:ext cx="15544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886968"/>
            <a:ext cx="1554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371600"/>
            <a:ext cx="36576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9480" y="160020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16733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expansion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69480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4+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" y="24231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3192" y="29260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rôles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93192" y="34290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Guide Lauréat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30552" y="24231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chefs services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30552" y="29260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validation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30552" y="34290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référents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67912" y="24231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étudiants pilotes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67912" y="29260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hebdo logs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867912" y="34290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leads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05272" y="24231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site web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05272" y="29260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campus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05272" y="34290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42632" y="24231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PDF officiels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42632" y="29260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équipe admin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42632" y="34290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Trimestriel survival_kit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succès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886968"/>
            <a:ext cx="20116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pilote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886968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finale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850392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réponse auto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3533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3533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850392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validation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1920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48h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2414016"/>
            <a:ext cx="850392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qualifiés/mois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4871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24871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2980944"/>
            <a:ext cx="850392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540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étudiant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30540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4/5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30540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4.5/5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de suivi disponible en temps réel dans le Dashboard Admin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recommandations stratégiques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70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2412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de certification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38988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une icône 'Certifié par la Scolarité' sur chaque réponse. La confiance est la première raison d'utilisation d'un chatbot institutionnel.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2176272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68880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860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WhatsApp pour les validateurs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26517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notification mobile est 4× plus lue qu'un email. Les validateurs répondent plus vite → base de connaissances plus fraîche → meilleur taux d'automatisation.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3438144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30752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5478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Anonymat par défaut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391363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demander l'identité qu'au moment de la capture de lead. Les études montrent +40% d'utilisation quand l'inscription préalable n'est pas requise.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la feuille de route par la Direction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41148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105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8562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Désignation du référent ISMaiLa (coordination inter-services)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2615184"/>
            <a:ext cx="41148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1518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66090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de la Phase 1 dès validation — délai : 1 semaine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3419856"/>
            <a:ext cx="41148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41985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346557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démonstration aux chefs de services (Semaine 2)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— Merci de votre attention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ISMaiLa v2 — Présentation Direction</dc:title>
  <dc:subject>PptxGenJS Presentation</dc:subject>
  <dc:creator>PptxGenJS</dc:creator>
  <cp:lastModifiedBy>PptxGenJS</cp:lastModifiedBy>
  <cp:revision>1</cp:revision>
  <dcterms:created xsi:type="dcterms:W3CDTF">2026-04-19T22:13:34Z</dcterms:created>
  <dcterms:modified xsi:type="dcterms:W3CDTF">2026-04-19T22:13:34Z</dcterms:modified>
</cp:coreProperties>
</file>